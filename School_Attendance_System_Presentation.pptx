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School Attendance Management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 Complete Solution for Schools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C7E7"/>
                </a:solidFill>
              </a:rPr>
              <a:t>Node.js • PostgreSQL • HTML/CSS/JavaScript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What is this project?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 web-based attendance management system for schools that allows teachers to track student attendance and students to view their attendance records.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Key Benefits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• Automated attendance tracking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• Real-time statistics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• Role-based access control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• Academic calendar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🔐 Authentication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User registration with Student/Teacher roles • Secure JWT login • Auto-logout on browser close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📅 Academic Calendar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2025-2026 calendar with holidays • Month navigation • Events 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✅ Mark Attendance (Teachers)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Mini calendar for date selection • Present/Absent toggle • Bulk mark 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📊 Attendance Statistics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Teacher: View all students' attendance • Student: View personal percentage &amp; history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Frontend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HTML5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CSS3 (Advanced styling)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Vanilla JavaScript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463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Node.js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Express.js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�� RESTful APIs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PostgreSQL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pg library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SQL queries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JWT (JSON Web Tokens)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bcrypt for hashing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Role-based access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User Flows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Registration 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1. Landing → 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2. Fill form (select role)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3. Auto-redirect to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4. Login with new credentials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Attendance Flow (Teacher)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1. Login as teacher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2. Mark Attendance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3. Select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4. Mark Present/Absent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5. Submit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Statistics 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Teachers: View all → Click student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Students: View own percentage, present/absent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Auto-Logout Feature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Token stored in localStorage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Cleared when browser closes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Forces re-login on next visit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API Endpoints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POST /api/auth/register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POST /api/auth/login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/api/auth/me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Calendar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/api/calendar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/api/calendar/month/:year/:month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Attendance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/api/attendance/date/:date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POST /api/attendance/mark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POST /api/attendance/bulk-mark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Statistics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/api/stats/me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/api/stats/student/:id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/api/dashboard/stats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Teacher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/api/teacher/me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GET /api/teacher/students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Demo Credentials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Role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Username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922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Password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Admin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admin123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Teacher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teacher1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teacher123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Student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student1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student123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Pre-seeded Students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Gayathri (Roll No 1) • Sandhya (Roll No 2) • Kalpana (Roll No 3) • Sai (Roll No 4) • Joycy (Roll No 5)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C7E7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C7E7"/>
                </a:solidFill>
              </a:rPr>
              <a:t>GitHub: gayathri-project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Attendance Management System</dc:title>
  <dc:subject>PptxGenJS Presentation</dc:subject>
  <dc:creator>Gayathri</dc:creator>
  <cp:lastModifiedBy>Gayathri</cp:lastModifiedBy>
  <cp:revision>1</cp:revision>
  <dcterms:created xsi:type="dcterms:W3CDTF">2026-04-10T05:21:48Z</dcterms:created>
  <dcterms:modified xsi:type="dcterms:W3CDTF">2026-04-10T05:21:48Z</dcterms:modified>
</cp:coreProperties>
</file>